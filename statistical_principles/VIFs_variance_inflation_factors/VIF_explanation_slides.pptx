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Variance Inflation Factors (VIFs) and Contrast VIFs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Concepts, formulas, implementation details, and best practices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presentation summarizes variance inflation factors (VIFs), intercept VIFs, and contrast VIFs (cVIF). It explains definitions, formulas, computational methods, and practical diagnostics for multicollinearity in regression designs.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Multicollinearity?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Multicollinearity occurs when predictors in a regression model are correlated or linearly dependent.</a:t>
            </a:r>
          </a:p>
          <a:p/>
          <a:p>
            <a:r>
              <a:t>Consequences:</a:t>
            </a:r>
          </a:p>
          <a:p>
            <a:r>
              <a:t>- Inflated variance of regression coefficients</a:t>
            </a:r>
          </a:p>
          <a:p>
            <a:r>
              <a:t>- Instability of parameter estimates</a:t>
            </a:r>
          </a:p>
          <a:p>
            <a:r>
              <a:t>- Potential sign flips under small perturbations</a:t>
            </a:r>
          </a:p>
          <a:p>
            <a:r>
              <a:t>- Difficulty interpreting individual coefficients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Definition of VIF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For predictor j:</a:t>
            </a:r>
          </a:p>
          <a:p/>
          <a:p>
            <a:r>
              <a:t>VIF_j = 1 / (1 - R_j^2)</a:t>
            </a:r>
          </a:p>
          <a:p/>
          <a:p>
            <a:r>
              <a:t>R_j^2 is obtained by regressing predictor j on all other predictors.</a:t>
            </a:r>
          </a:p>
          <a:p/>
          <a:p>
            <a:r>
              <a:t>Interpretation:</a:t>
            </a:r>
          </a:p>
          <a:p>
            <a:r>
              <a:t>VIF = 1 : orthogonal predictors</a:t>
            </a:r>
          </a:p>
          <a:p>
            <a:r>
              <a:t>VIF ~ 1–3 : low collinearity</a:t>
            </a:r>
          </a:p>
          <a:p>
            <a:r>
              <a:t>VIF ~ 3–5 : moderate</a:t>
            </a:r>
          </a:p>
          <a:p>
            <a:r>
              <a:t>VIF &gt; 10 : problematic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Variance Interpretation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Variance of regression coefficient:</a:t>
            </a:r>
          </a:p>
          <a:p/>
          <a:p>
            <a:r>
              <a:t>Var(beta_hat_j) = sigma^2 * (X'X)^{-1}_{jj}</a:t>
            </a:r>
          </a:p>
          <a:p/>
          <a:p>
            <a:r>
              <a:t>Variance inflation relative to orthogonal design equals the VIF.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Intercept VIF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Intercept VIF measures how well the intercept column can be predicted by the regressors.</a:t>
            </a:r>
          </a:p>
          <a:p/>
          <a:p>
            <a:r>
              <a:t>Conceptually:</a:t>
            </a:r>
          </a:p>
          <a:p>
            <a:r>
              <a:t>VIF_intercept = 1 / (1 - R0^2)</a:t>
            </a:r>
          </a:p>
          <a:p/>
          <a:p>
            <a:r>
              <a:t>where R0^2 comes from regressing the intercept vector of ones on all regressors.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Intercept Stability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If the intercept VIF is large:</a:t>
            </a:r>
          </a:p>
          <a:p>
            <a:r>
              <a:t>- the intercept estimate becomes unstable</a:t>
            </a:r>
          </a:p>
          <a:p>
            <a:r>
              <a:t>- regression coefficients can become unstable</a:t>
            </a:r>
          </a:p>
          <a:p>
            <a:r>
              <a:t>- even coefficient signs can flip under small perturbations.</a:t>
            </a:r>
          </a:p>
          <a:p/>
          <a:p>
            <a:r>
              <a:t>Mean-centering predictors makes the intercept orthogonal to predictors and stabilizes 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Effect of Mean-Centering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Centering predictors forces their sums to zero.</a:t>
            </a:r>
          </a:p>
          <a:p/>
          <a:p>
            <a:r>
              <a:t>This makes predictors orthogonal to the intercept and moves collinearity entirely into predictor space.</a:t>
            </a:r>
          </a:p>
          <a:p/>
          <a:p>
            <a:r>
              <a:t>Intercept VIF becomes 1 but collinearity among predictors may remain.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Computing VIFs – Four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Auxiliary regression definition</a:t>
            </a:r>
          </a:p>
          <a:p>
            <a:r>
              <a:t>2. Inverse correlation matrix</a:t>
            </a:r>
          </a:p>
          <a:p>
            <a:r>
              <a:t>3. Cross-product solve</a:t>
            </a:r>
          </a:p>
          <a:p>
            <a:r>
              <a:t>4. Cross-product pseudoinverse</a:t>
            </a:r>
          </a:p>
          <a:p/>
          <a:p>
            <a:r>
              <a:t>The cross-product solve after centering predictors is fast and matches the regression definition.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Cross-product Solve Formula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Let X be centered predictors.</a:t>
            </a:r>
          </a:p>
          <a:p/>
          <a:p>
            <a:r>
              <a:t>XtX = X'X</a:t>
            </a:r>
          </a:p>
          <a:p/>
          <a:p>
            <a:r>
              <a:t>VIF_j = (XtX^{-1})_jj * (XtX)_jj</a:t>
            </a:r>
          </a:p>
          <a:p/>
          <a:p>
            <a:r>
              <a:t>Implemented with linear solve instead of explicit matrix inverse.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Contrast Variance Inflation Factor (cVIF)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Contrasts across coefficients may remain stable even when individual coefficients are unstable.</a:t>
            </a:r>
          </a:p>
          <a:p/>
          <a:p>
            <a:r>
              <a:t>cVIF quantifies variance inflation for a contrast c.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cVIF Formula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cVIF = c (X'X)^{-1} c'  /  c (X'X ∘ I)^{-1} c'</a:t>
            </a:r>
          </a:p>
          <a:p/>
          <a:p>
            <a:r>
              <a:t>where ∘ denotes elementwise multiplication.</a:t>
            </a:r>
          </a:p>
          <a:p>
            <a:r>
              <a:t>The denominator represents an orthogonal design.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Example: One-Hot Dummy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Dummy-coded regressors can produce perfect multicollinearity:</a:t>
            </a:r>
          </a:p>
          <a:p/>
          <a:p>
            <a:r>
              <a:t>1 = D1 + D2 + D3 + D4</a:t>
            </a:r>
          </a:p>
          <a:p/>
          <a:p>
            <a:r>
              <a:t>Intercept VIF = Inf.</a:t>
            </a:r>
          </a:p>
          <a:p/>
          <a:p>
            <a:r>
              <a:t>However pairwise contrasts between conditions remain estimable.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Always inspect VIFs when evaluating design matrices.</a:t>
            </a:r>
          </a:p>
          <a:p>
            <a:r>
              <a:t>• Center predictors to stabilize intercept.</a:t>
            </a:r>
          </a:p>
          <a:p>
            <a:r>
              <a:t>• Use cross-product solve for efficient computation.</a:t>
            </a:r>
          </a:p>
          <a:p>
            <a:r>
              <a:t>• Evaluate contrast VIFs for scientific hypotheses.</a:t>
            </a:r>
          </a:p>
          <a:p>
            <a:r>
              <a:t>• Infinite VIF indicates exact linear dependence.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